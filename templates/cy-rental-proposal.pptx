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34587" autoAdjust="0"/>
    <p:restoredTop sz="94610" autoAdjust="0"/>
  </p:normalViewPr>
  <p:slideViewPr>
    <p:cSldViewPr snapToGrid="0" snapToObjects="1">
      <p:cViewPr>
        <p:scale>
          <a:sx n="82" d="100"/>
          <a:sy n="82" d="100"/>
        </p:scale>
        <p:origin x="-3324" y="-10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9D0BB-5B16-4379-A872-16072AAA297C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7A411-DFDD-43E9-A5C8-54842BADFB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010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91072"/>
          </a:xfrm>
          <a:prstGeom prst="rect">
            <a:avLst/>
          </a:prstGeom>
          <a:solidFill>
            <a:srgbClr val="141B33"/>
          </a:solidFill>
          <a:ln w="12700">
            <a:solidFill>
              <a:srgbClr val="141B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449824"/>
            <a:ext cx="914400" cy="0"/>
          </a:xfrm>
          <a:prstGeom prst="line">
            <a:avLst/>
          </a:prstGeom>
          <a:noFill/>
          <a:ln w="16510">
            <a:solidFill>
              <a:srgbClr val="C7A7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60604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LEASING</a:t>
            </a:r>
            <a:endParaRPr lang="en-US" sz="3700" dirty="0"/>
          </a:p>
        </p:txBody>
      </p:sp>
      <p:sp>
        <p:nvSpPr>
          <p:cNvPr id="9" name="Text 6"/>
          <p:cNvSpPr/>
          <p:nvPr/>
        </p:nvSpPr>
        <p:spPr>
          <a:xfrm>
            <a:off x="502920" y="321868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dirty="0">
                <a:solidFill>
                  <a:srgbClr val="C7A7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502920" y="39959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XXXX </a:t>
            </a: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임대제안서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02920" y="4636008"/>
            <a:ext cx="594360" cy="0"/>
          </a:xfrm>
          <a:prstGeom prst="line">
            <a:avLst/>
          </a:prstGeom>
          <a:noFill/>
          <a:ln w="13970">
            <a:solidFill>
              <a:srgbClr val="C7A7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895165"/>
            <a:ext cx="4775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A7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송파구 가락동 11-1    |    5층 501호-A    |    실 40평</a:t>
            </a:r>
            <a:endParaRPr lang="en-US" sz="1250" dirty="0"/>
          </a:p>
        </p:txBody>
      </p:sp>
      <p:pic>
        <p:nvPicPr>
          <p:cNvPr id="1027" name="Picture 3" descr="C:\Users\박찬영\Desktop\C.Y 부동산\2.로고, 명함\로고\로고_박찬영(251227)-0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770" y="5958838"/>
            <a:ext cx="3066112" cy="66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11"/>
          <p:cNvSpPr/>
          <p:nvPr/>
        </p:nvSpPr>
        <p:spPr>
          <a:xfrm>
            <a:off x="-1" y="6291072"/>
            <a:ext cx="8108181" cy="566928"/>
          </a:xfrm>
          <a:prstGeom prst="rect">
            <a:avLst/>
          </a:prstGeom>
          <a:solidFill>
            <a:srgbClr val="141B33"/>
          </a:solidFill>
          <a:ln w="12700">
            <a:solidFill>
              <a:srgbClr val="141B33"/>
            </a:solidFill>
            <a:prstDash val="solid"/>
          </a:ln>
        </p:spPr>
      </p:sp>
      <p:sp>
        <p:nvSpPr>
          <p:cNvPr id="51" name="Shape 12"/>
          <p:cNvSpPr/>
          <p:nvPr/>
        </p:nvSpPr>
        <p:spPr>
          <a:xfrm>
            <a:off x="8108180" y="6300216"/>
            <a:ext cx="1035819" cy="566928"/>
          </a:xfrm>
          <a:prstGeom prst="rect">
            <a:avLst/>
          </a:prstGeom>
          <a:solidFill>
            <a:srgbClr val="E7D8B5"/>
          </a:solidFill>
          <a:ln w="12700">
            <a:solidFill>
              <a:srgbClr val="E7D8B5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41B33"/>
          </a:solidFill>
          <a:ln w="12700">
            <a:solidFill>
              <a:srgbClr val="14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C7A766"/>
          </a:solidFill>
          <a:ln w="12700">
            <a:solidFill>
              <a:srgbClr val="C7A76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0530" y="3017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물건</a:t>
            </a: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300" b="1" dirty="0" err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r>
              <a:rPr lang="en-US" sz="23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 </a:t>
            </a:r>
            <a:r>
              <a:rPr lang="ko-KR" altLang="en-US" sz="23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매물번호</a:t>
            </a:r>
            <a:r>
              <a:rPr lang="en-US" altLang="ko-KR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56616" y="1271016"/>
            <a:ext cx="4096512" cy="2295144"/>
          </a:xfrm>
          <a:prstGeom prst="rect">
            <a:avLst/>
          </a:prstGeom>
          <a:solidFill>
            <a:srgbClr val="FFFFFF"/>
          </a:solidFill>
          <a:ln w="10160">
            <a:solidFill>
              <a:srgbClr val="BFC3CC"/>
            </a:solidFill>
            <a:prstDash val="solid"/>
          </a:ln>
        </p:spPr>
      </p:sp>
      <p:pic>
        <p:nvPicPr>
          <p:cNvPr id="9" name="Image 0" descr="/mnt/data/extracted/p1_5_xref22.jpeg"/>
          <p:cNvPicPr>
            <a:picLocks noChangeAspect="1"/>
          </p:cNvPicPr>
          <p:nvPr/>
        </p:nvPicPr>
        <p:blipFill>
          <a:blip r:embed="rId3"/>
          <a:srcRect l="12000" t="2000" r="-21128" b="26000"/>
          <a:stretch/>
        </p:blipFill>
        <p:spPr>
          <a:xfrm>
            <a:off x="384048" y="1298448"/>
            <a:ext cx="4041648" cy="2240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90872" y="1271016"/>
            <a:ext cx="4096512" cy="2295144"/>
          </a:xfrm>
          <a:prstGeom prst="rect">
            <a:avLst/>
          </a:prstGeom>
          <a:solidFill>
            <a:srgbClr val="FFFFFF"/>
          </a:solidFill>
          <a:ln w="10160">
            <a:solidFill>
              <a:srgbClr val="BFC3CC"/>
            </a:solidFill>
            <a:prstDash val="solid"/>
          </a:ln>
        </p:spPr>
      </p:sp>
      <p:pic>
        <p:nvPicPr>
          <p:cNvPr id="11" name="Image 1" descr="/mnt/data/extracted/p1_7_xref26.jpeg"/>
          <p:cNvPicPr>
            <a:picLocks noChangeAspect="1"/>
          </p:cNvPicPr>
          <p:nvPr/>
        </p:nvPicPr>
        <p:blipFill>
          <a:blip r:embed="rId4"/>
          <a:srcRect l="3000" t="8000" r="-15127" b="18000"/>
          <a:stretch/>
        </p:blipFill>
        <p:spPr>
          <a:xfrm>
            <a:off x="4718304" y="1298448"/>
            <a:ext cx="4041648" cy="22402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84048" y="3822192"/>
            <a:ext cx="2697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B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84048" y="3822192"/>
            <a:ext cx="64008" cy="530352"/>
          </a:xfrm>
          <a:prstGeom prst="rect">
            <a:avLst/>
          </a:prstGeom>
          <a:solidFill>
            <a:srgbClr val="C7A766"/>
          </a:solidFill>
          <a:ln w="12700">
            <a:solidFill>
              <a:srgbClr val="C7A766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5216" y="39319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endParaRPr lang="en-US" sz="1320" dirty="0"/>
          </a:p>
        </p:txBody>
      </p:sp>
      <p:sp>
        <p:nvSpPr>
          <p:cNvPr id="15" name="Text 11"/>
          <p:cNvSpPr/>
          <p:nvPr/>
        </p:nvSpPr>
        <p:spPr>
          <a:xfrm>
            <a:off x="1252728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22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송파구 가락동 11-1</a:t>
            </a:r>
            <a:endParaRPr lang="en-US" sz="1070" dirty="0"/>
          </a:p>
        </p:txBody>
      </p:sp>
      <p:sp>
        <p:nvSpPr>
          <p:cNvPr id="16" name="Shape 12"/>
          <p:cNvSpPr/>
          <p:nvPr/>
        </p:nvSpPr>
        <p:spPr>
          <a:xfrm>
            <a:off x="3337560" y="3822192"/>
            <a:ext cx="2697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B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37560" y="3822192"/>
            <a:ext cx="64008" cy="530352"/>
          </a:xfrm>
          <a:prstGeom prst="rect">
            <a:avLst/>
          </a:prstGeom>
          <a:solidFill>
            <a:srgbClr val="C7A766"/>
          </a:solidFill>
          <a:ln w="12700">
            <a:solidFill>
              <a:srgbClr val="C7A766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538728" y="39319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층수</a:t>
            </a:r>
            <a:endParaRPr lang="en-US" sz="1320" dirty="0"/>
          </a:p>
        </p:txBody>
      </p:sp>
      <p:sp>
        <p:nvSpPr>
          <p:cNvPr id="19" name="Text 15"/>
          <p:cNvSpPr/>
          <p:nvPr/>
        </p:nvSpPr>
        <p:spPr>
          <a:xfrm>
            <a:off x="4206240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22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5층, 501호-A</a:t>
            </a:r>
            <a:endParaRPr lang="en-US" sz="1070" dirty="0"/>
          </a:p>
        </p:txBody>
      </p:sp>
      <p:sp>
        <p:nvSpPr>
          <p:cNvPr id="20" name="Shape 16"/>
          <p:cNvSpPr/>
          <p:nvPr/>
        </p:nvSpPr>
        <p:spPr>
          <a:xfrm>
            <a:off x="6291072" y="3822192"/>
            <a:ext cx="2697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B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91072" y="3822192"/>
            <a:ext cx="64008" cy="530352"/>
          </a:xfrm>
          <a:prstGeom prst="rect">
            <a:avLst/>
          </a:prstGeom>
          <a:solidFill>
            <a:srgbClr val="C7A766"/>
          </a:solidFill>
          <a:ln w="12700">
            <a:solidFill>
              <a:srgbClr val="C7A766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92240" y="39319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</a:t>
            </a:r>
            <a:endParaRPr lang="en-US" sz="1320" dirty="0"/>
          </a:p>
        </p:txBody>
      </p:sp>
      <p:sp>
        <p:nvSpPr>
          <p:cNvPr id="23" name="Text 19"/>
          <p:cNvSpPr/>
          <p:nvPr/>
        </p:nvSpPr>
        <p:spPr>
          <a:xfrm>
            <a:off x="7159752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 smtClean="0">
                <a:solidFill>
                  <a:srgbClr val="222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70" dirty="0">
                <a:solidFill>
                  <a:srgbClr val="222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3000 / </a:t>
            </a:r>
            <a:r>
              <a:rPr lang="en-US" sz="1070" dirty="0" smtClean="0">
                <a:solidFill>
                  <a:srgbClr val="222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70" dirty="0">
                <a:solidFill>
                  <a:srgbClr val="222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 / </a:t>
            </a:r>
            <a:r>
              <a:rPr lang="en-US" sz="1070" dirty="0" smtClean="0">
                <a:solidFill>
                  <a:srgbClr val="222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30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384048" y="4480560"/>
            <a:ext cx="2697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B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84048" y="4480560"/>
            <a:ext cx="64008" cy="530352"/>
          </a:xfrm>
          <a:prstGeom prst="rect">
            <a:avLst/>
          </a:prstGeom>
          <a:solidFill>
            <a:srgbClr val="C7A766"/>
          </a:solidFill>
          <a:ln w="12700">
            <a:solidFill>
              <a:srgbClr val="C7A766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85216" y="45902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평수</a:t>
            </a:r>
            <a:endParaRPr lang="en-US" sz="1320" dirty="0"/>
          </a:p>
        </p:txBody>
      </p:sp>
      <p:sp>
        <p:nvSpPr>
          <p:cNvPr id="27" name="Text 23"/>
          <p:cNvSpPr/>
          <p:nvPr/>
        </p:nvSpPr>
        <p:spPr>
          <a:xfrm>
            <a:off x="1252728" y="46360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22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40평</a:t>
            </a:r>
            <a:endParaRPr lang="en-US" sz="1070" dirty="0"/>
          </a:p>
        </p:txBody>
      </p:sp>
      <p:sp>
        <p:nvSpPr>
          <p:cNvPr id="28" name="Shape 24"/>
          <p:cNvSpPr/>
          <p:nvPr/>
        </p:nvSpPr>
        <p:spPr>
          <a:xfrm>
            <a:off x="3337560" y="4480560"/>
            <a:ext cx="2697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B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337560" y="4480560"/>
            <a:ext cx="64008" cy="530352"/>
          </a:xfrm>
          <a:prstGeom prst="rect">
            <a:avLst/>
          </a:prstGeom>
          <a:solidFill>
            <a:srgbClr val="C7A766"/>
          </a:solidFill>
          <a:ln w="12700">
            <a:solidFill>
              <a:srgbClr val="C7A766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538728" y="45902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en-US" sz="1320" dirty="0"/>
          </a:p>
        </p:txBody>
      </p:sp>
      <p:sp>
        <p:nvSpPr>
          <p:cNvPr id="31" name="Text 27"/>
          <p:cNvSpPr/>
          <p:nvPr/>
        </p:nvSpPr>
        <p:spPr>
          <a:xfrm>
            <a:off x="4206240" y="46360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22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무료주차 1대</a:t>
            </a:r>
            <a:endParaRPr lang="en-US" sz="1070" dirty="0"/>
          </a:p>
        </p:txBody>
      </p:sp>
      <p:sp>
        <p:nvSpPr>
          <p:cNvPr id="32" name="Shape 28"/>
          <p:cNvSpPr/>
          <p:nvPr/>
        </p:nvSpPr>
        <p:spPr>
          <a:xfrm>
            <a:off x="6291072" y="4480560"/>
            <a:ext cx="2697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B6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291072" y="4480560"/>
            <a:ext cx="64008" cy="530352"/>
          </a:xfrm>
          <a:prstGeom prst="rect">
            <a:avLst/>
          </a:prstGeom>
          <a:solidFill>
            <a:srgbClr val="C7A766"/>
          </a:solidFill>
          <a:ln w="12700">
            <a:solidFill>
              <a:srgbClr val="C7A766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92240" y="45902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엘베</a:t>
            </a:r>
            <a:endParaRPr lang="en-US" sz="1320" dirty="0"/>
          </a:p>
        </p:txBody>
      </p:sp>
      <p:sp>
        <p:nvSpPr>
          <p:cNvPr id="35" name="Text 31"/>
          <p:cNvSpPr/>
          <p:nvPr/>
        </p:nvSpPr>
        <p:spPr>
          <a:xfrm>
            <a:off x="7159752" y="46360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22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有</a:t>
            </a:r>
            <a:endParaRPr lang="en-US" sz="1070" dirty="0"/>
          </a:p>
        </p:txBody>
      </p:sp>
      <p:sp>
        <p:nvSpPr>
          <p:cNvPr id="36" name="Shape 32"/>
          <p:cNvSpPr/>
          <p:nvPr/>
        </p:nvSpPr>
        <p:spPr>
          <a:xfrm>
            <a:off x="384048" y="5166360"/>
            <a:ext cx="837590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B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84048" y="5166360"/>
            <a:ext cx="1051560" cy="749808"/>
          </a:xfrm>
          <a:prstGeom prst="rect">
            <a:avLst/>
          </a:prstGeom>
          <a:solidFill>
            <a:srgbClr val="EFE6D4"/>
          </a:solidFill>
          <a:ln w="12700">
            <a:solidFill>
              <a:srgbClr val="D9CCB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40080" y="541324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4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상세설명</a:t>
            </a:r>
            <a:endParaRPr lang="en-US" sz="1220" dirty="0"/>
          </a:p>
        </p:txBody>
      </p:sp>
      <p:sp>
        <p:nvSpPr>
          <p:cNvPr id="39" name="Shape 35"/>
          <p:cNvSpPr/>
          <p:nvPr/>
        </p:nvSpPr>
        <p:spPr>
          <a:xfrm>
            <a:off x="1664208" y="5321808"/>
            <a:ext cx="0" cy="438912"/>
          </a:xfrm>
          <a:prstGeom prst="line">
            <a:avLst/>
          </a:prstGeom>
          <a:noFill/>
          <a:ln w="12700">
            <a:solidFill>
              <a:srgbClr val="D9CCB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901952" y="530352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22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오금역 도보 3분 미만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222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단독층 / E.V / 분리형 화장실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222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단기 6개월 가능 (비용협의 필요)</a:t>
            </a:r>
            <a:endParaRPr lang="en-US" sz="1170" dirty="0"/>
          </a:p>
        </p:txBody>
      </p:sp>
      <p:sp>
        <p:nvSpPr>
          <p:cNvPr id="49" name="Text 44"/>
          <p:cNvSpPr/>
          <p:nvPr/>
        </p:nvSpPr>
        <p:spPr>
          <a:xfrm>
            <a:off x="8311896" y="6455664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pic>
        <p:nvPicPr>
          <p:cNvPr id="3076" name="Picture 4" descr="C:\Users\박찬영\Desktop\C.Y 부동산\2.로고, 명함\로고\로고_박찬영(251227)-0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72" y="6404481"/>
            <a:ext cx="1546511" cy="33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1"/>
          <p:cNvSpPr/>
          <p:nvPr/>
        </p:nvSpPr>
        <p:spPr>
          <a:xfrm>
            <a:off x="-1" y="6291072"/>
            <a:ext cx="8108181" cy="566928"/>
          </a:xfrm>
          <a:prstGeom prst="rect">
            <a:avLst/>
          </a:prstGeom>
          <a:solidFill>
            <a:srgbClr val="141B33"/>
          </a:solidFill>
          <a:ln w="12700">
            <a:solidFill>
              <a:srgbClr val="141B33"/>
            </a:solidFill>
            <a:prstDash val="solid"/>
          </a:ln>
        </p:spPr>
      </p:sp>
      <p:sp>
        <p:nvSpPr>
          <p:cNvPr id="27" name="Shape 12"/>
          <p:cNvSpPr/>
          <p:nvPr/>
        </p:nvSpPr>
        <p:spPr>
          <a:xfrm>
            <a:off x="8108180" y="6300216"/>
            <a:ext cx="1035819" cy="566928"/>
          </a:xfrm>
          <a:prstGeom prst="rect">
            <a:avLst/>
          </a:prstGeom>
          <a:solidFill>
            <a:srgbClr val="E7D8B5"/>
          </a:solidFill>
          <a:ln w="12700">
            <a:solidFill>
              <a:srgbClr val="E7D8B5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41B33"/>
          </a:solidFill>
          <a:ln w="12700">
            <a:solidFill>
              <a:srgbClr val="14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C7A766"/>
          </a:solidFill>
          <a:ln w="12700">
            <a:solidFill>
              <a:srgbClr val="C7A76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A7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LEASING INFORMATION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429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사진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196422" y="1233977"/>
            <a:ext cx="4105656" cy="2112264"/>
          </a:xfrm>
          <a:prstGeom prst="rect">
            <a:avLst/>
          </a:prstGeom>
          <a:solidFill>
            <a:srgbClr val="FFFFFF"/>
          </a:solidFill>
          <a:ln w="10160">
            <a:solidFill>
              <a:srgbClr val="BFC3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13041" y="1233977"/>
            <a:ext cx="4105656" cy="2112264"/>
          </a:xfrm>
          <a:prstGeom prst="rect">
            <a:avLst/>
          </a:prstGeom>
          <a:solidFill>
            <a:srgbClr val="FFFFFF"/>
          </a:solidFill>
          <a:ln w="10160">
            <a:solidFill>
              <a:srgbClr val="BFC3C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96422" y="3678434"/>
            <a:ext cx="4105656" cy="2112264"/>
          </a:xfrm>
          <a:prstGeom prst="rect">
            <a:avLst/>
          </a:prstGeom>
          <a:solidFill>
            <a:srgbClr val="FFFFFF"/>
          </a:solidFill>
          <a:ln w="10160">
            <a:solidFill>
              <a:srgbClr val="BFC3C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815123" y="3678434"/>
            <a:ext cx="4105656" cy="2112264"/>
          </a:xfrm>
          <a:prstGeom prst="rect">
            <a:avLst/>
          </a:prstGeom>
          <a:solidFill>
            <a:srgbClr val="FFFFFF"/>
          </a:solidFill>
          <a:ln w="10160">
            <a:solidFill>
              <a:srgbClr val="BFC3CC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333481" y="6455664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pic>
        <p:nvPicPr>
          <p:cNvPr id="29" name="Picture 4" descr="C:\Users\박찬영\Desktop\C.Y 부동산\2.로고, 명함\로고\로고_박찬영(251227)-0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72" y="6404481"/>
            <a:ext cx="1546511" cy="33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1"/>
          <p:cNvSpPr/>
          <p:nvPr/>
        </p:nvSpPr>
        <p:spPr>
          <a:xfrm>
            <a:off x="-1" y="6291072"/>
            <a:ext cx="9144001" cy="566928"/>
          </a:xfrm>
          <a:prstGeom prst="rect">
            <a:avLst/>
          </a:prstGeom>
          <a:solidFill>
            <a:srgbClr val="141B33"/>
          </a:solidFill>
          <a:ln w="12700">
            <a:solidFill>
              <a:srgbClr val="141B33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6291072"/>
          </a:xfrm>
          <a:prstGeom prst="rect">
            <a:avLst/>
          </a:prstGeom>
          <a:solidFill>
            <a:srgbClr val="141B33"/>
          </a:solidFill>
          <a:ln w="12700">
            <a:solidFill>
              <a:srgbClr val="141B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931289" y="484747"/>
            <a:ext cx="334207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7A7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US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002126" y="1492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안내</a:t>
            </a:r>
            <a:endParaRPr lang="en-US" sz="2500" dirty="0"/>
          </a:p>
        </p:txBody>
      </p:sp>
      <p:pic>
        <p:nvPicPr>
          <p:cNvPr id="2052" name="Picture 4" descr="C:\Users\박찬영\Desktop\C.Y 부동산\2.로고, 명함\로고\로고_박찬영(251227)-0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870" y="6186900"/>
            <a:ext cx="2417782" cy="523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:\Users\박찬영\Desktop\명함(이름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227" y="2233915"/>
            <a:ext cx="6036197" cy="3253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89</Words>
  <Application>Microsoft Office PowerPoint</Application>
  <PresentationFormat>화면 슬라이드 쇼(4:3)</PresentationFormat>
  <Paragraphs>31</Paragraphs>
  <Slides>4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C.Y REAL ESTATE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LEASING PROPOSAL</dc:title>
  <dc:subject>단기사무실 임대제안서</dc:subject>
  <dc:creator>C.Y REAL ESTATE</dc:creator>
  <cp:lastModifiedBy>박찬영</cp:lastModifiedBy>
  <cp:revision>4</cp:revision>
  <dcterms:created xsi:type="dcterms:W3CDTF">2026-07-06T00:52:40Z</dcterms:created>
  <dcterms:modified xsi:type="dcterms:W3CDTF">2026-07-06T01:25:15Z</dcterms:modified>
</cp:coreProperties>
</file>